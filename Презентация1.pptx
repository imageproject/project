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0" r:id="rId1"/>
  </p:sldMasterIdLst>
  <p:sldIdLst>
    <p:sldId id="256" r:id="rId2"/>
    <p:sldId id="259" r:id="rId3"/>
    <p:sldId id="260" r:id="rId4"/>
    <p:sldId id="264" r:id="rId5"/>
    <p:sldId id="257" r:id="rId6"/>
    <p:sldId id="262" r:id="rId7"/>
    <p:sldId id="261" r:id="rId8"/>
    <p:sldId id="258" r:id="rId9"/>
    <p:sldId id="263" r:id="rId10"/>
  </p:sldIdLst>
  <p:sldSz cx="9144000" cy="6858000" type="screen4x3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-9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3.jpeg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5A49747-351C-3942-AD61-561CE4A51ACE}" type="datetimeFigureOut">
              <a:rPr lang="ru-RU" smtClean="0"/>
              <a:t>10.05.14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53FFA614-594C-A94F-97F5-558237223D3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Граф-клиент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972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Задача: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Создать кроссплатформенное приложение редактирования изображений с поддержкой многопользовательского интерфейса.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3435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Потенциальное применение в жизни.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 помощью нескольких великолепных и индивидуализированных фильтров вы можете оставить свой почерк на фото и видео.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16946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Общая архитектура приложения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Сервер</a:t>
            </a:r>
          </a:p>
          <a:p>
            <a:r>
              <a:rPr lang="ru-RU" dirty="0" smtClean="0"/>
              <a:t>Клиент </a:t>
            </a:r>
          </a:p>
          <a:p>
            <a:r>
              <a:rPr lang="ru-RU" dirty="0" smtClean="0"/>
              <a:t>База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3654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Использованные библиотеки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Cinder</a:t>
            </a:r>
          </a:p>
          <a:p>
            <a:r>
              <a:rPr lang="en-US" dirty="0" smtClean="0"/>
              <a:t>Boost</a:t>
            </a:r>
          </a:p>
          <a:p>
            <a:r>
              <a:rPr lang="en-US" dirty="0" err="1" smtClean="0"/>
              <a:t>MongoDW</a:t>
            </a:r>
            <a:endParaRPr lang="en-US" dirty="0" smtClean="0"/>
          </a:p>
          <a:p>
            <a:r>
              <a:rPr lang="en-US" dirty="0" err="1" smtClean="0"/>
              <a:t>OpenCV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25460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Реализованные функциональные возможности.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 smtClean="0"/>
              <a:t>5 фильтров</a:t>
            </a:r>
          </a:p>
          <a:p>
            <a:pPr marL="0" indent="0">
              <a:buNone/>
            </a:pPr>
            <a:r>
              <a:rPr lang="ru-RU" dirty="0" smtClean="0"/>
              <a:t>Регистрация новых пользователей</a:t>
            </a:r>
          </a:p>
          <a:p>
            <a:pPr marL="0" indent="0">
              <a:buNone/>
            </a:pPr>
            <a:r>
              <a:rPr lang="ru-RU" dirty="0" smtClean="0"/>
              <a:t>Вход/выход</a:t>
            </a:r>
          </a:p>
          <a:p>
            <a:pPr marL="0" indent="0">
              <a:buNone/>
            </a:pPr>
            <a:r>
              <a:rPr lang="ru-RU" dirty="0" smtClean="0"/>
              <a:t>Редактирование имени/пароля при входе</a:t>
            </a:r>
          </a:p>
          <a:p>
            <a:pPr marL="0" indent="0">
              <a:buNone/>
            </a:pPr>
            <a:r>
              <a:rPr lang="ru-RU" dirty="0" smtClean="0"/>
              <a:t>Приветствие при входе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8347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Появившиеся затруднения: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1.  Нерусифицированные </a:t>
            </a:r>
            <a:r>
              <a:rPr lang="ru-RU" dirty="0" err="1" smtClean="0"/>
              <a:t>туториалы</a:t>
            </a:r>
            <a:endParaRPr lang="ru-RU" dirty="0" smtClean="0"/>
          </a:p>
          <a:p>
            <a:r>
              <a:rPr lang="ru-RU" dirty="0" smtClean="0"/>
              <a:t>2. Сложности с подключением библиотек</a:t>
            </a:r>
            <a:r>
              <a:rPr lang="en-US" dirty="0" smtClean="0"/>
              <a:t> </a:t>
            </a:r>
            <a:r>
              <a:rPr lang="ru-RU" dirty="0" smtClean="0"/>
              <a:t>(</a:t>
            </a:r>
            <a:r>
              <a:rPr lang="en-US" dirty="0" err="1" smtClean="0"/>
              <a:t>MongoDW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777743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095023" y="216339"/>
            <a:ext cx="6965245" cy="1202485"/>
          </a:xfrm>
        </p:spPr>
        <p:txBody>
          <a:bodyPr/>
          <a:lstStyle/>
          <a:p>
            <a:r>
              <a:rPr lang="ru-RU" dirty="0" err="1" smtClean="0"/>
              <a:t>Демо</a:t>
            </a:r>
            <a:endParaRPr lang="ru-RU" dirty="0"/>
          </a:p>
        </p:txBody>
      </p:sp>
      <p:pic>
        <p:nvPicPr>
          <p:cNvPr id="4" name="Содержимое 3"/>
          <p:cNvPicPr>
            <a:picLocks noGrp="1" noChangeAspect="1"/>
          </p:cNvPicPr>
          <p:nvPr>
            <p:ph idx="1"/>
          </p:nvPr>
        </p:nvPicPr>
        <p:blipFill>
          <a:blip r:embed="rId2"/>
          <a:srcRect l="19114" r="19114"/>
          <a:stretch>
            <a:fillRect/>
          </a:stretch>
        </p:blipFill>
        <p:spPr>
          <a:xfrm>
            <a:off x="736601" y="1199342"/>
            <a:ext cx="7670800" cy="3468684"/>
          </a:xfr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1" y="4033728"/>
            <a:ext cx="7670800" cy="282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95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Полученные навыки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Повышение словарного запаса в данной категории</a:t>
            </a:r>
          </a:p>
          <a:p>
            <a:r>
              <a:rPr lang="ru-RU" dirty="0" smtClean="0"/>
              <a:t>Работа с контентом</a:t>
            </a:r>
          </a:p>
          <a:p>
            <a:r>
              <a:rPr lang="ru-RU" dirty="0" smtClean="0"/>
              <a:t>Частичное освоение библиотек</a:t>
            </a:r>
          </a:p>
        </p:txBody>
      </p:sp>
    </p:spTree>
    <p:extLst>
      <p:ext uri="{BB962C8B-B14F-4D97-AF65-F5344CB8AC3E}">
        <p14:creationId xmlns:p14="http://schemas.microsoft.com/office/powerpoint/2010/main" val="40032684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Вешка">
  <a:themeElements>
    <a:clrScheme name="Вешка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Вешка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ешк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Вешка.thmx</Template>
  <TotalTime>286</TotalTime>
  <Words>102</Words>
  <Application>Microsoft Macintosh PowerPoint</Application>
  <PresentationFormat>Экран (4:3)</PresentationFormat>
  <Paragraphs>29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Вешка</vt:lpstr>
      <vt:lpstr>Граф-клиент</vt:lpstr>
      <vt:lpstr>Задача:</vt:lpstr>
      <vt:lpstr>Потенциальное применение в жизни.</vt:lpstr>
      <vt:lpstr>Общая архитектура приложения</vt:lpstr>
      <vt:lpstr>Использованные библиотеки</vt:lpstr>
      <vt:lpstr>Реализованные функциональные возможности.</vt:lpstr>
      <vt:lpstr>Появившиеся затруднения:</vt:lpstr>
      <vt:lpstr>Демо</vt:lpstr>
      <vt:lpstr>Полученные навыки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Александра Колесова</dc:creator>
  <cp:lastModifiedBy>Александра Колесова</cp:lastModifiedBy>
  <cp:revision>9</cp:revision>
  <dcterms:created xsi:type="dcterms:W3CDTF">2014-05-09T13:32:03Z</dcterms:created>
  <dcterms:modified xsi:type="dcterms:W3CDTF">2014-05-10T08:11:22Z</dcterms:modified>
</cp:coreProperties>
</file>